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Pedidos de más de 50 unidades: cotizar con el encargado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TechRetail S.R.L.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Ventas corporativas: equipamiento tecnológico para empresas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ofrecemos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Notebooks, monitores, celulares y accesorios para equipos de trabajo.</a:t>
            </a:r>
          </a:p>
          <a:p>
            <a:r>
              <a:t>Entrega con configuración inicial: sistema operativo, cuentas y programas.</a:t>
            </a:r>
          </a:p>
          <a:p>
            <a:r>
              <a:t>Factura A y cuenta corriente para clientes con más de 6 meses de compras.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Descuentos por volumen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5 % desde 10 unidades del mismo producto.</a:t>
            </a:r>
          </a:p>
          <a:p>
            <a:r>
              <a:t>8 % desde 30 unidades.</a:t>
            </a:r>
          </a:p>
          <a:p>
            <a:r>
              <a:t>Los descuentos no se suman al de pago por transferencia.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Garantía y soporte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Garantía oficial del fabricante de 12 meses.</a:t>
            </a:r>
          </a:p>
          <a:p>
            <a:r>
              <a:t>Garantía extendida opcional de 12 meses más: 10 % del precio del equipo.</a:t>
            </a:r>
          </a:p>
          <a:p>
            <a:r>
              <a:t>Equipo de reemplazo mientras dura la reparación, en contratos de más de 20 equipos.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